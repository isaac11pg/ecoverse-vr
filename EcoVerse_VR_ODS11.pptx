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109728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4592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22C55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64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ODS 11 · ONU · Realidad Virtual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EcoVerse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Aprende. Actúa. Salva tu ciudad.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365760"/>
            <a:ext cx="2743200" cy="27432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731520"/>
            <a:ext cx="2011680" cy="201168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75120" y="1097280"/>
            <a:ext cx="1280160" cy="1280160"/>
          </a:xfrm>
          <a:prstGeom prst="ellipse">
            <a:avLst/>
          </a:prstGeom>
          <a:solidFill>
            <a:srgbClr val="22C55E">
              <a:alpha val="60000"/>
            </a:srgbClr>
          </a:solidFill>
          <a:ln w="6350">
            <a:solidFill>
              <a:srgbClr val="22C55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822960" cy="822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Realidad Virtual
</a:t>
            </a:r>
            <a:pPr algn="ctr" indent="0" marL="0">
              <a:buNone/>
            </a:pPr>
            <a:r>
              <a:rPr lang="en-US" sz="13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Ciudades Sustentables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9496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Sustentable · ESCOM · IPN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Contexto: ODS 11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ODS 11?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 y Comunidades Sostenibles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Desarrollo Sostenible 11 de la ONU busca lograr que las ciudades y los asentamientos humanos sean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inclusivos, seguros, resilientes y sostenibles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metas sobre vivienda, transporte, patrimonio, gestión de desastres, y el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 de las ciudades.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5156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97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76072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vive en ciudades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33172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2377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76072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68% vivirá en zonas urbanas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361188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576072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emisiones CO₂ son urbanas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ONU · Agenda 2030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" y="1161288"/>
            <a:ext cx="201168" cy="20116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124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Energético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hogares representan el 30% del consumo global de energía. Dejar luces encendidas innecesariamente desperdicia recursos críticos.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16128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5138928" y="1124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Residuos Sólidos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5544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ciudades generan 2,200 millones de toneladas de basura al año. La separación incorrecta colapsa los sistemas de reciclaje.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8346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" y="2944368"/>
            <a:ext cx="201168" cy="201168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2907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de Biodiversidad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33375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expansión urbana destruye ecosistemas. Sembrar y cuidar plantas en entornos urbanos es clave para recuperar espacios verdes.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8346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64608" y="294436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38928" y="2907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 Ambiental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37760" y="33375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conciencia ambiental desde edades tempranas perpetúa hábitos insostenibles que comprometen el futuro urbano.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EcoVerse VR responde a estos desafíos con aprendizaje experiencial.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Solución: EcoVerse VR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EcoVerse VR?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5760" y="16002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EcoVerse VR</a:t>
            </a:r>
            <a:pPr indent="0" marL="0">
              <a:buNone/>
            </a:pPr>
            <a:r>
              <a:rPr lang="en-US" sz="125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videojuego en </a:t>
            </a:r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Virtual</a:t>
            </a:r>
            <a:pPr indent="0" marL="0">
              <a:buNone/>
            </a:pPr>
            <a:r>
              <a:rPr lang="en-US" sz="125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diseñado para generar conciencia ambiental en jóvenes y adultos mediante experiencias inmersivas y gamificadas.
</a:t>
            </a:r>
            <a:pPr indent="0" marL="0">
              <a:buNone/>
            </a:pPr>
            <a:r>
              <a:rPr lang="en-US" sz="125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habita una ciudad virtual y debe tomar decisiones sostenibles para mejorar la calidad de vida urbana, contribuyendo directamente al cumplimiento del </a:t>
            </a:r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11 de la ONU.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397764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995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Realidad Virtual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31720" y="397764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3995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Gamificación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397764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4D7C0F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39959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ODS 11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100584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2194560" cy="1828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3108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inmersiva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entorno urbano virtual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40680" y="3840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Meta Quest, PC VR y móvil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Objetivos del Juego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22C55E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1704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Reusar Objetos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691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identifica y reutiliza materiales del hogar en lugar de desecharlos, aprendiendo el principio de economía circular.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11704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Apagar las Luces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92040" y="1691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la casa virtual y apaga luces innecesarias para reducir el consumo energético del hogar y la huella de carbono.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9260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063240"/>
            <a:ext cx="502920" cy="502920"/>
          </a:xfrm>
          <a:prstGeom prst="ellipse">
            <a:avLst/>
          </a:prstGeom>
          <a:solidFill>
            <a:srgbClr val="A3E635">
              <a:alpha val="8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11480" y="3090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09067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0358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Sembrar una Planta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11480" y="3611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una semilla, riégala y cuídala hasta verla crecer, promoviendo la reforestación urbana y conexión con la naturaleza.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892040" y="3090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309067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80760" y="30358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Tirar la Basura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892040" y="3611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y deposita los residuos en el contenedor correcto, fomentando el reciclaje y la limpieza del entorno urbano.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Mecánicas de Juego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18872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2161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1965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" y="24231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entra al entorno VR de una ciudad y recibe el briefing de misión.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21992" y="251460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0515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08960" y="118872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3108960" y="12161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560320" y="1965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Exploración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578608" y="24231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por el mundo virtual interactuando con objetos del hogar y la ciudad.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16552" y="251460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0515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3520" y="1188720"/>
            <a:ext cx="640080" cy="64008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0" y="12161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754880" y="1965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73168" y="24231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los 4 objetivos ecológicos superando mini-retos interactivos con puntajes.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611112" y="251460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0" y="10515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9808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0" y="12161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949440" y="1965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67728" y="24231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el impacto ambiental positivo generado y desbloquea la siguiente zona.</a:t>
            </a:r>
            <a:endParaRPr lang="en-US" sz="10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60520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4300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puntos y logros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160520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97764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multijugador cooperativo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1228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desbloqueando zonas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Esperado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12945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060704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+80%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645920" y="1188720"/>
            <a:ext cx="0" cy="77724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10972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conocimiento ambiental vs. métodos tradicionales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12945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2386584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ODS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1645920" y="2514600"/>
            <a:ext cx="0" cy="77724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0" y="24231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del ODS 11 abordadas en una sola experiencia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6576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12945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" y="3712464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1645920" y="3840480"/>
            <a:ext cx="0" cy="777240"/>
          </a:xfrm>
          <a:prstGeom prst="line">
            <a:avLst/>
          </a:prstGeom>
          <a:noFill/>
          <a:ln w="19050">
            <a:solidFill>
              <a:srgbClr val="A3E6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0" y="37490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replicabilidad en escuelas, museos y centros comunitarios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03520" y="10058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40680" y="11155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con ODS 11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0" y="1709928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5760720" y="1664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· Reducir el impacto ambiental urbano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0" y="2258568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2212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11.b · Estrategias de resiliencia ecológica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0" y="2807208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5760720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· Educación para el desarrollo sostenible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0" y="3355848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5760720" y="3310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· Reducción significativa de residuos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0" y="3904488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5"/>
          <p:cNvSpPr/>
          <p:nvPr/>
        </p:nvSpPr>
        <p:spPr>
          <a:xfrm>
            <a:off x="5760720" y="3858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· Conservación de ecosistemas terrestres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Utilizada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Juego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3D / Unreal Engine 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8562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Interaction Toolkit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26771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203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Shaders y Post-Processing VR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Compatible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37760" y="15727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15087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2 / 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19202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18562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HTC Vive / Valve Index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226771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2203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con OpenXR Standard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3D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44728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3832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con Blender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379476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3730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de ciudad generativa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0782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física realista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12945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93776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/ Accesibilidad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937760" y="344728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9"/>
          <p:cNvSpPr/>
          <p:nvPr/>
        </p:nvSpPr>
        <p:spPr>
          <a:xfrm>
            <a:off x="5120640" y="33832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por voz y subtítulos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937760" y="379476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0" y="3730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intuitivos en VR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937760" y="414223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3"/>
          <p:cNvSpPr/>
          <p:nvPr/>
        </p:nvSpPr>
        <p:spPr>
          <a:xfrm>
            <a:off x="5120640" y="40782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Modos: principiante y avanzado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286000"/>
            <a:ext cx="3200400" cy="32004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926080"/>
            <a:ext cx="2011680" cy="2011680"/>
          </a:xfrm>
          <a:prstGeom prst="ellipse">
            <a:avLst/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365760"/>
            <a:ext cx="2743200" cy="347472"/>
          </a:xfrm>
          <a:prstGeom prst="roundRect">
            <a:avLst>
              <a:gd name="adj" fmla="val 13158"/>
            </a:avLst>
          </a:prstGeom>
          <a:solidFill>
            <a:srgbClr val="22C55E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84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</a:rPr>
              <a:t>EcoVerse VR · ODS 11 · ESCOM-IPN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Jugar para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el mundo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conciencia ambiental comienza con una experiencia.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EcoVerse VR convierte el aprendizaje sostenible en aventura.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703320"/>
            <a:ext cx="548640" cy="548640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74904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17520" y="3703320"/>
            <a:ext cx="548640" cy="548640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7490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3464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3703320"/>
            <a:ext cx="548640" cy="548640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7490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Sembrar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309360" y="3703320"/>
            <a:ext cx="548640" cy="548640"/>
          </a:xfrm>
          <a:prstGeom prst="ellipse">
            <a:avLst/>
          </a:prstGeom>
          <a:solidFill>
            <a:srgbClr val="22C55E">
              <a:alpha val="25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490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EcoVerse VR - ODS 11</dc:title>
  <dc:subject>PptxGenJS Presentation</dc:subject>
  <dc:creator>PptxGenJS</dc:creator>
  <cp:lastModifiedBy>PptxGenJS</cp:lastModifiedBy>
  <cp:revision>1</cp:revision>
  <dcterms:created xsi:type="dcterms:W3CDTF">2026-06-24T01:05:49Z</dcterms:created>
  <dcterms:modified xsi:type="dcterms:W3CDTF">2026-06-24T01:05:49Z</dcterms:modified>
</cp:coreProperties>
</file>